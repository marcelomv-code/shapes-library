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7"/>
  </p:notesMasterIdLst>
  <p:sldIdLst>
    <p:sldId id="2147482658" r:id="rId5"/>
    <p:sldId id="2147482657" r:id="rId6"/>
  </p:sldIdLst>
  <p:sldSz cx="12192000" cy="6858000"/>
  <p:notesSz cx="6858000" cy="9144000"/>
  <p:custDataLst>
    <p:tags r:id="rId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23C"/>
    <a:srgbClr val="FFFFFF"/>
    <a:srgbClr val="00EB81"/>
    <a:srgbClr val="E6DCFF"/>
    <a:srgbClr val="0041F0"/>
    <a:srgbClr val="DCAFFF"/>
    <a:srgbClr val="FF50A0"/>
    <a:srgbClr val="FF3246"/>
    <a:srgbClr val="00FFFF"/>
    <a:srgbClr val="D4D4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021F68-0494-496A-BD4B-43C0DD56B880}" v="32" dt="2025-10-31T21:53:34.360"/>
    <p1510:client id="{F8B6DB93-B16F-4284-82B1-E93DAFE73FFA}" v="1" dt="2025-10-31T23:27:17.724"/>
  </p1510:revLst>
</p1510:revInfo>
</file>

<file path=ppt/tableStyles.xml><?xml version="1.0" encoding="utf-8"?>
<a:tblStyleLst xmlns:a="http://schemas.openxmlformats.org/drawingml/2006/main" def="{A0BC3CC4-8867-4C89-9D3F-A6A6B9ED4035}">
  <a:tblStyle styleId="{A0BC3CC4-8867-4C89-9D3F-A6A6B9ED4035}" styleName="Acc_Table_1">
    <a:wholeTbl>
      <a:tcTxStyle>
        <a:fontRef idx="minor">
          <a:prstClr val="black"/>
        </a:fontRef>
        <a:schemeClr val="dk1"/>
      </a:tcTxStyle>
      <a:tcStyle>
        <a:tcBdr>
          <a:left>
            <a:ln w="0" cmpd="sng">
              <a:solidFill>
                <a:srgbClr val="FFFFFF"/>
              </a:solidFill>
            </a:ln>
          </a:left>
          <a:right>
            <a:ln w="0" cmpd="sng">
              <a:solidFill>
                <a:srgbClr val="FFFFFF"/>
              </a:solidFill>
            </a:ln>
          </a:right>
          <a:top>
            <a:ln w="0" cmpd="sng">
              <a:solidFill>
                <a:srgbClr val="FFFFFF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6350" cmpd="sng">
              <a:solidFill>
                <a:srgbClr val="D9D9D9"/>
              </a:solidFill>
            </a:ln>
          </a:insideH>
          <a:insideV>
            <a:ln w="6350" cmpd="sng">
              <a:solidFill>
                <a:srgbClr val="D9D9D9"/>
              </a:solidFill>
            </a:ln>
          </a:insideV>
        </a:tcBdr>
        <a:fill>
          <a:noFill/>
        </a:fill>
      </a:tcStyle>
    </a:wholeTbl>
    <a:band1H>
      <a:tcTxStyle>
        <a:fontRef idx="minor">
          <a:prstClr val="black"/>
        </a:fontRef>
        <a:schemeClr val="dk1"/>
      </a:tcTxStyle>
      <a:tcStyle>
        <a:tcBdr/>
        <a:fill>
          <a:solidFill>
            <a:srgbClr val="F2F2F2"/>
          </a:solidFill>
        </a:fill>
      </a:tcStyle>
    </a:band1H>
    <a:band1V>
      <a:tcTxStyle>
        <a:fontRef idx="minor">
          <a:prstClr val="black"/>
        </a:fontRef>
        <a:schemeClr val="dk1"/>
      </a:tcTxStyle>
      <a:tcStyle>
        <a:tcBdr/>
        <a:fill>
          <a:solidFill>
            <a:srgbClr val="F2F2F2"/>
          </a:solidFill>
        </a:fill>
      </a:tcStyle>
    </a:band1V>
    <a:lastCol>
      <a:tcTxStyle b="on">
        <a:fontRef idx="minor">
          <a:prstClr val="black"/>
        </a:fontRef>
        <a:schemeClr val="dk1"/>
      </a:tcTxStyle>
      <a:tcStyle>
        <a:tcBdr/>
      </a:tcStyle>
    </a:lastCol>
    <a:firstCol>
      <a:tcTxStyle b="on">
        <a:fontRef idx="minor">
          <a:prstClr val="black"/>
        </a:fontRef>
        <a:schemeClr val="dk1"/>
      </a:tcTxStyle>
      <a:tcStyle>
        <a:tcBdr/>
      </a:tcStyle>
    </a:firstCol>
    <a:lastRow>
      <a:tcTxStyle b="on">
        <a:fontRef idx="minor">
          <a:prstClr val="black"/>
        </a:fontRef>
        <a:schemeClr val="dk1"/>
      </a:tcTxStyle>
      <a:tcStyle>
        <a:tcBdr/>
      </a:tcStyle>
    </a:lastRow>
    <a:firstRow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04" autoAdjust="0"/>
    <p:restoredTop sz="94924" autoAdjust="0"/>
  </p:normalViewPr>
  <p:slideViewPr>
    <p:cSldViewPr snapToGrid="0" showGuides="1">
      <p:cViewPr varScale="1">
        <p:scale>
          <a:sx n="70" d="100"/>
          <a:sy n="70" d="100"/>
        </p:scale>
        <p:origin x="1157" y="2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8141"/>
    </p:cViewPr>
  </p:sorterViewPr>
  <p:notesViewPr>
    <p:cSldViewPr snapToGrid="0">
      <p:cViewPr varScale="1">
        <p:scale>
          <a:sx n="81" d="100"/>
          <a:sy n="81" d="100"/>
        </p:scale>
        <p:origin x="3516" y="5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828800" cy="21237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027613" y="0"/>
            <a:ext cx="1828800" cy="21237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fld id="{1DE7078C-3525-4C9B-BF62-C9FD13B9A875}" type="datetimeFigureOut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0205" y="274505"/>
            <a:ext cx="4734172" cy="266297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0206" y="2999605"/>
            <a:ext cx="6751750" cy="586989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-1" y="8923817"/>
            <a:ext cx="6217919" cy="21237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399213" y="8917749"/>
            <a:ext cx="457200" cy="21844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fld id="{436E8A87-18DA-4CCE-A8C2-BDBC489258C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7384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12713" indent="-112713" algn="l" defTabSz="914400" rtl="0" eaLnBrk="1" latinLnBrk="0" hangingPunct="1">
      <a:buFont typeface="Graphik" panose="020B0604020202020204" pitchFamily="34" charset="0"/>
      <a:buChar char="•"/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230188" indent="-112713" algn="l">
      <a:buFont typeface="Graphik" panose="020B0604020202020204" pitchFamily="34" charset="0"/>
      <a:buChar char="•"/>
      <a:defRPr sz="1000">
        <a:latin typeface="+mn-lt"/>
      </a:defRPr>
    </a:lvl2pPr>
    <a:lvl3pPr marL="342900" indent="-112713" algn="l">
      <a:buFont typeface="Graphik" panose="020B0604020202020204" pitchFamily="34" charset="0"/>
      <a:buChar char="•"/>
      <a:defRPr sz="900">
        <a:latin typeface="+mn-lt"/>
      </a:defRPr>
    </a:lvl3pPr>
    <a:lvl4pPr marL="460375" indent="-112713" algn="l">
      <a:buFont typeface="Graphik" panose="020B0604020202020204" pitchFamily="34" charset="0"/>
      <a:buChar char="•"/>
      <a:defRPr sz="800">
        <a:latin typeface="+mn-lt"/>
      </a:defRPr>
    </a:lvl4pPr>
    <a:lvl5pPr marL="571500" indent="-112713" algn="l">
      <a:buFont typeface="Graphik" panose="020B0604020202020204" pitchFamily="34" charset="0"/>
      <a:buChar char="•"/>
      <a:defRPr sz="800">
        <a:latin typeface="+mn-lt"/>
      </a:defRPr>
    </a:lvl5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67FF053D-F28D-430E-0239-CE8ED656641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8397199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7FF053D-F28D-430E-0239-CE8ED656641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itle 8">
            <a:extLst>
              <a:ext uri="{FF2B5EF4-FFF2-40B4-BE49-F238E27FC236}">
                <a16:creationId xmlns:a16="http://schemas.microsoft.com/office/drawing/2014/main" id="{C06DB281-EA53-C29C-C70A-13D0082F3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432000"/>
          </a:xfrm>
        </p:spPr>
        <p:txBody>
          <a:bodyPr vert="horz"/>
          <a:lstStyle>
            <a:lvl1pPr>
              <a:defRPr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CC1B7B8-2FCE-B823-1046-0985C007FCD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0FA015-B515-8D42-24DE-DB142CE72AA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32450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899A5850-98F6-A860-8A69-7A03A26B94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0331330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9A5850-98F6-A860-8A69-7A03A26B94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itle 9">
            <a:extLst>
              <a:ext uri="{FF2B5EF4-FFF2-40B4-BE49-F238E27FC236}">
                <a16:creationId xmlns:a16="http://schemas.microsoft.com/office/drawing/2014/main" id="{AFF1CEE3-E058-7E9F-C296-DD3BD5D25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432000"/>
          </a:xfrm>
        </p:spPr>
        <p:txBody>
          <a:bodyPr vert="horz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58F9796-694A-BEBA-A26C-1BC9E5ABEF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791592"/>
            <a:ext cx="11430000" cy="564388"/>
          </a:xfrm>
        </p:spPr>
        <p:txBody>
          <a:bodyPr/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22FA907-42B9-6FA1-C4DF-A540BFE35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18C3AE-678A-48F5-EE59-84E1AE2DC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96915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 userDrawn="1">
          <p15:clr>
            <a:srgbClr val="547EBF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ong Headline-subtitle Inver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899A5850-98F6-A860-8A69-7A03A26B94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004200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9A5850-98F6-A860-8A69-7A03A26B94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58F9796-694A-BEBA-A26C-1BC9E5ABEF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308927"/>
            <a:ext cx="11430000" cy="324000"/>
          </a:xfrm>
        </p:spPr>
        <p:txBody>
          <a:bodyPr/>
          <a:lstStyle>
            <a:lvl1pPr>
              <a:defRPr sz="1600">
                <a:solidFill>
                  <a:schemeClr val="accent1"/>
                </a:solidFill>
              </a:defRPr>
            </a:lvl1pPr>
          </a:lstStyle>
          <a:p>
            <a:pPr lvl="0"/>
            <a:endParaRPr lang="pt-BR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AFF1CEE3-E058-7E9F-C296-DD3BD5D25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650247"/>
            <a:ext cx="11430000" cy="432000"/>
          </a:xfrm>
        </p:spPr>
        <p:txBody>
          <a:bodyPr vert="horz"/>
          <a:lstStyle/>
          <a:p>
            <a:r>
              <a:rPr lang="pt-BR" dirty="0"/>
              <a:t>Click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edit</a:t>
            </a:r>
            <a:r>
              <a:rPr lang="pt-BR" dirty="0"/>
              <a:t> Master </a:t>
            </a:r>
            <a:r>
              <a:rPr lang="pt-BR" dirty="0" err="1"/>
              <a:t>title</a:t>
            </a:r>
            <a:r>
              <a:rPr lang="pt-BR" dirty="0"/>
              <a:t> </a:t>
            </a:r>
            <a:r>
              <a:rPr lang="pt-BR" dirty="0" err="1"/>
              <a:t>style</a:t>
            </a:r>
            <a:endParaRPr lang="pt-BR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8F9C570-8ADD-BDD4-0CD9-C5A9C02D1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3963760-62E3-11BA-AEE9-E17FF19CD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7948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>
          <p15:clr>
            <a:srgbClr val="547EBF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899A5850-98F6-A860-8A69-7A03A26B94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92576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9A5850-98F6-A860-8A69-7A03A26B94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58F9796-694A-BEBA-A26C-1BC9E5ABEF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1147848"/>
            <a:ext cx="11430000" cy="564388"/>
          </a:xfrm>
        </p:spPr>
        <p:txBody>
          <a:bodyPr/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99FC1387-F76A-5CD9-1471-AB709200A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432000"/>
          </a:xfrm>
        </p:spPr>
        <p:txBody>
          <a:bodyPr vert="horz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A9038AC-B619-5EB1-8D41-D4C38DBF5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4469A7-C007-9466-EA28-F04CC2C2F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48257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 userDrawn="1">
          <p15:clr>
            <a:srgbClr val="547EBF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CD2B6B66-FB75-271B-FA63-2A6910A3EC4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387627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D2B6B66-FB75-271B-FA63-2A6910A3EC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3BC61A9-92B1-2D35-4680-3DE1FE9AB59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F3B625-43D1-998E-66A4-B8CE5FAFEB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55426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EE8E550-D74D-C342-FF8B-F5F29F6BB44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8527615-31F0-33F1-7031-0AAB36D902C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13243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14499A4D-E1EC-608F-9006-A468770F686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5552951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73" imgH="473" progId="TCLayout.ActiveDocument.1">
                  <p:embed/>
                </p:oleObj>
              </mc:Choice>
              <mc:Fallback>
                <p:oleObj name="think-cell Slide" r:id="rId9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4499A4D-E1EC-608F-9006-A468770F686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81000" y="380999"/>
            <a:ext cx="11430000" cy="9906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Place headline here (32pt, min 28pt)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381000" y="1371600"/>
            <a:ext cx="11430000" cy="4936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First level (copy 20pt)</a:t>
            </a:r>
          </a:p>
          <a:p>
            <a:pPr lvl="1"/>
            <a:r>
              <a:rPr lang="en-US" dirty="0"/>
              <a:t>Second level (bullet 20pt)</a:t>
            </a:r>
          </a:p>
          <a:p>
            <a:pPr lvl="2"/>
            <a:r>
              <a:rPr lang="en-US" dirty="0"/>
              <a:t>Third level (bullet 20pt)</a:t>
            </a:r>
          </a:p>
          <a:p>
            <a:pPr lvl="3"/>
            <a:r>
              <a:rPr lang="en-US" dirty="0"/>
              <a:t>Fourth level (bullet 18pt)</a:t>
            </a:r>
          </a:p>
          <a:p>
            <a:pPr lvl="4"/>
            <a:r>
              <a:rPr lang="en-US" dirty="0"/>
              <a:t>Fifth level (bullet 18pt)</a:t>
            </a:r>
          </a:p>
          <a:p>
            <a:pPr lvl="5"/>
            <a:r>
              <a:rPr lang="en-US" dirty="0"/>
              <a:t>Sixth level (copy 16pt)</a:t>
            </a:r>
          </a:p>
          <a:p>
            <a:pPr lvl="6"/>
            <a:r>
              <a:rPr lang="en-US" dirty="0"/>
              <a:t>Seventh level (small copy 12pt)</a:t>
            </a:r>
          </a:p>
          <a:p>
            <a:pPr lvl="7"/>
            <a:r>
              <a:rPr lang="en-US" dirty="0"/>
              <a:t>EIGHT LEVEL (DESCRIPTOR 10PT)</a:t>
            </a:r>
          </a:p>
          <a:p>
            <a:pPr lvl="8"/>
            <a:r>
              <a:rPr lang="en-US" dirty="0"/>
              <a:t>Ninth level (footer 8pt)</a:t>
            </a:r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9624E0B2-760E-457A-8367-213CE89D65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US" dirty="0"/>
              <a:t>Copyright © 2025 Accenture. All rights reserved.</a:t>
            </a:r>
            <a:endParaRPr lang="en-GB" dirty="0"/>
          </a:p>
        </p:txBody>
      </p:sp>
      <p:sp>
        <p:nvSpPr>
          <p:cNvPr id="9" name="GTS_Purple" descr="Accenture Greater Than symbol in purple">
            <a:extLst>
              <a:ext uri="{FF2B5EF4-FFF2-40B4-BE49-F238E27FC236}">
                <a16:creationId xmlns:a16="http://schemas.microsoft.com/office/drawing/2014/main" id="{AE0355C2-058C-4310-9508-BCC0F498FBBE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380209" y="6483675"/>
            <a:ext cx="183202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69DFD1-72F5-4590-A067-19F2501AAB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4746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5103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745" r:id="rId2"/>
    <p:sldLayoutId id="2147483747" r:id="rId3"/>
    <p:sldLayoutId id="2147483746" r:id="rId4"/>
    <p:sldLayoutId id="2147483741" r:id="rId5"/>
    <p:sldLayoutId id="2147483748" r:id="rId6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2600" b="0" kern="1200" spc="-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Graphik" panose="020B0503030202060203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503030202060203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503030202060203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0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 userDrawn="1">
          <p15:clr>
            <a:srgbClr val="C35EA4"/>
          </p15:clr>
        </p15:guide>
        <p15:guide id="2" orient="horz" pos="3976" userDrawn="1">
          <p15:clr>
            <a:srgbClr val="C35EA4"/>
          </p15:clr>
        </p15:guide>
        <p15:guide id="3" pos="240" userDrawn="1">
          <p15:clr>
            <a:srgbClr val="C35EA4"/>
          </p15:clr>
        </p15:guide>
        <p15:guide id="4" pos="7440" userDrawn="1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CDA9866-2462-66E6-3D00-288DD6C69ED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B1DDEDC-F3FF-9085-AC10-1BB3CA89BD1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1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79790F0-7267-9E63-EFD3-96154F11EFB3}"/>
              </a:ext>
            </a:extLst>
          </p:cNvPr>
          <p:cNvGrpSpPr/>
          <p:nvPr/>
        </p:nvGrpSpPr>
        <p:grpSpPr>
          <a:xfrm>
            <a:off x="319579" y="1610612"/>
            <a:ext cx="11640029" cy="4732716"/>
            <a:chOff x="319579" y="1610612"/>
            <a:chExt cx="11640029" cy="473271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FEC021B-B2D5-C67B-148E-5E0871661375}"/>
                </a:ext>
              </a:extLst>
            </p:cNvPr>
            <p:cNvSpPr/>
            <p:nvPr/>
          </p:nvSpPr>
          <p:spPr>
            <a:xfrm>
              <a:off x="6870834" y="2557284"/>
              <a:ext cx="5088774" cy="344435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" name="Arrow: Pentagon 11">
              <a:extLst>
                <a:ext uri="{FF2B5EF4-FFF2-40B4-BE49-F238E27FC236}">
                  <a16:creationId xmlns:a16="http://schemas.microsoft.com/office/drawing/2014/main" id="{0D69F860-CA79-0AF6-A73F-AE3ED0FE367E}"/>
                </a:ext>
              </a:extLst>
            </p:cNvPr>
            <p:cNvSpPr/>
            <p:nvPr/>
          </p:nvSpPr>
          <p:spPr>
            <a:xfrm>
              <a:off x="376180" y="1610612"/>
              <a:ext cx="7218420" cy="4732716"/>
            </a:xfrm>
            <a:custGeom>
              <a:avLst/>
              <a:gdLst>
                <a:gd name="connsiteX0" fmla="*/ 0 w 7487717"/>
                <a:gd name="connsiteY0" fmla="*/ 0 h 4732716"/>
                <a:gd name="connsiteX1" fmla="*/ 6793144 w 7487717"/>
                <a:gd name="connsiteY1" fmla="*/ 0 h 4732716"/>
                <a:gd name="connsiteX2" fmla="*/ 7487717 w 7487717"/>
                <a:gd name="connsiteY2" fmla="*/ 2366358 h 4732716"/>
                <a:gd name="connsiteX3" fmla="*/ 6793144 w 7487717"/>
                <a:gd name="connsiteY3" fmla="*/ 4732716 h 4732716"/>
                <a:gd name="connsiteX4" fmla="*/ 0 w 7487717"/>
                <a:gd name="connsiteY4" fmla="*/ 4732716 h 4732716"/>
                <a:gd name="connsiteX5" fmla="*/ 0 w 7487717"/>
                <a:gd name="connsiteY5" fmla="*/ 0 h 4732716"/>
                <a:gd name="connsiteX0" fmla="*/ 0 w 7487717"/>
                <a:gd name="connsiteY0" fmla="*/ 0 h 4732716"/>
                <a:gd name="connsiteX1" fmla="*/ 6793144 w 7487717"/>
                <a:gd name="connsiteY1" fmla="*/ 0 h 4732716"/>
                <a:gd name="connsiteX2" fmla="*/ 7487717 w 7487717"/>
                <a:gd name="connsiteY2" fmla="*/ 2366358 h 4732716"/>
                <a:gd name="connsiteX3" fmla="*/ 6793144 w 7487717"/>
                <a:gd name="connsiteY3" fmla="*/ 4732716 h 4732716"/>
                <a:gd name="connsiteX4" fmla="*/ 0 w 7487717"/>
                <a:gd name="connsiteY4" fmla="*/ 4732716 h 4732716"/>
                <a:gd name="connsiteX5" fmla="*/ 91440 w 7487717"/>
                <a:gd name="connsiteY5" fmla="*/ 91440 h 4732716"/>
                <a:gd name="connsiteX0" fmla="*/ 0 w 7487717"/>
                <a:gd name="connsiteY0" fmla="*/ 0 h 4732716"/>
                <a:gd name="connsiteX1" fmla="*/ 6793144 w 7487717"/>
                <a:gd name="connsiteY1" fmla="*/ 0 h 4732716"/>
                <a:gd name="connsiteX2" fmla="*/ 7487717 w 7487717"/>
                <a:gd name="connsiteY2" fmla="*/ 2366358 h 4732716"/>
                <a:gd name="connsiteX3" fmla="*/ 6793144 w 7487717"/>
                <a:gd name="connsiteY3" fmla="*/ 4732716 h 4732716"/>
                <a:gd name="connsiteX4" fmla="*/ 0 w 7487717"/>
                <a:gd name="connsiteY4" fmla="*/ 4732716 h 4732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87717" h="4732716">
                  <a:moveTo>
                    <a:pt x="0" y="0"/>
                  </a:moveTo>
                  <a:lnTo>
                    <a:pt x="6793144" y="0"/>
                  </a:lnTo>
                  <a:lnTo>
                    <a:pt x="7487717" y="2366358"/>
                  </a:lnTo>
                  <a:lnTo>
                    <a:pt x="6793144" y="4732716"/>
                  </a:lnTo>
                  <a:lnTo>
                    <a:pt x="0" y="4732716"/>
                  </a:lnTo>
                </a:path>
              </a:pathLst>
            </a:custGeom>
            <a:solidFill>
              <a:schemeClr val="bg1"/>
            </a:solidFill>
            <a:ln w="28575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6CD4B24-BB22-F54D-1857-214D89857A60}"/>
                </a:ext>
              </a:extLst>
            </p:cNvPr>
            <p:cNvGrpSpPr/>
            <p:nvPr/>
          </p:nvGrpSpPr>
          <p:grpSpPr>
            <a:xfrm>
              <a:off x="445911" y="2306079"/>
              <a:ext cx="6516515" cy="711321"/>
              <a:chOff x="445911" y="2306079"/>
              <a:chExt cx="6516515" cy="711321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E17E9124-7A7F-182A-24C8-4AB69C1DC00A}"/>
                  </a:ext>
                </a:extLst>
              </p:cNvPr>
              <p:cNvSpPr/>
              <p:nvPr/>
            </p:nvSpPr>
            <p:spPr>
              <a:xfrm>
                <a:off x="4549488" y="2306079"/>
                <a:ext cx="1045078" cy="711321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4400">
                    <a:solidFill>
                      <a:schemeClr val="accent2">
                        <a:lumMod val="20000"/>
                        <a:lumOff val="80000"/>
                      </a:schemeClr>
                    </a:solidFill>
                  </a:rPr>
                  <a:t>O</a:t>
                </a:r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84733A57-56F3-4072-3B93-BF36375D3DE4}"/>
                  </a:ext>
                </a:extLst>
              </p:cNvPr>
              <p:cNvSpPr/>
              <p:nvPr/>
            </p:nvSpPr>
            <p:spPr>
              <a:xfrm>
                <a:off x="5917348" y="2306079"/>
                <a:ext cx="1045078" cy="711321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4400">
                    <a:solidFill>
                      <a:schemeClr val="accent2">
                        <a:lumMod val="20000"/>
                        <a:lumOff val="80000"/>
                      </a:schemeClr>
                    </a:solidFill>
                  </a:rPr>
                  <a:t>C</a:t>
                </a:r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E5817D24-A1BE-643C-6D2F-343826C11EB4}"/>
                  </a:ext>
                </a:extLst>
              </p:cNvPr>
              <p:cNvSpPr/>
              <p:nvPr/>
            </p:nvSpPr>
            <p:spPr>
              <a:xfrm>
                <a:off x="445911" y="2306079"/>
                <a:ext cx="1045078" cy="711321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4400">
                    <a:solidFill>
                      <a:schemeClr val="accent2">
                        <a:lumMod val="20000"/>
                        <a:lumOff val="80000"/>
                      </a:schemeClr>
                    </a:solidFill>
                  </a:rPr>
                  <a:t>S</a:t>
                </a:r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C544D057-E78B-F9FD-1D49-F5A34A8E3296}"/>
                  </a:ext>
                </a:extLst>
              </p:cNvPr>
              <p:cNvSpPr/>
              <p:nvPr/>
            </p:nvSpPr>
            <p:spPr>
              <a:xfrm>
                <a:off x="1813770" y="2306079"/>
                <a:ext cx="1045078" cy="711321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4400">
                    <a:solidFill>
                      <a:schemeClr val="accent2">
                        <a:lumMod val="20000"/>
                        <a:lumOff val="80000"/>
                      </a:schemeClr>
                    </a:solidFill>
                  </a:rPr>
                  <a:t>I</a:t>
                </a:r>
              </a:p>
            </p:txBody>
          </p:sp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1EB20BF0-5AB4-12CC-F152-EC86355831F1}"/>
                  </a:ext>
                </a:extLst>
              </p:cNvPr>
              <p:cNvSpPr/>
              <p:nvPr/>
            </p:nvSpPr>
            <p:spPr>
              <a:xfrm>
                <a:off x="3181629" y="2306079"/>
                <a:ext cx="1045078" cy="711321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4400">
                    <a:solidFill>
                      <a:schemeClr val="accent2">
                        <a:lumMod val="20000"/>
                        <a:lumOff val="80000"/>
                      </a:schemeClr>
                    </a:solidFill>
                  </a:rPr>
                  <a:t>P</a:t>
                </a:r>
              </a:p>
            </p:txBody>
          </p:sp>
        </p:grp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0600A4E-08D9-8AA8-B3B1-0320A5968CB5}"/>
                </a:ext>
              </a:extLst>
            </p:cNvPr>
            <p:cNvSpPr/>
            <p:nvPr/>
          </p:nvSpPr>
          <p:spPr>
            <a:xfrm>
              <a:off x="4433744" y="2417654"/>
              <a:ext cx="1045078" cy="7113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4400"/>
                <a:t>O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202BA0B-0C2B-8EC0-BBB2-F079C6985FEF}"/>
                </a:ext>
              </a:extLst>
            </p:cNvPr>
            <p:cNvSpPr/>
            <p:nvPr/>
          </p:nvSpPr>
          <p:spPr>
            <a:xfrm>
              <a:off x="5801604" y="2417654"/>
              <a:ext cx="1045078" cy="7113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4400"/>
                <a:t>C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070E427-8D78-9690-90D1-5CD8FCD0B8A6}"/>
                </a:ext>
              </a:extLst>
            </p:cNvPr>
            <p:cNvSpPr/>
            <p:nvPr/>
          </p:nvSpPr>
          <p:spPr>
            <a:xfrm>
              <a:off x="330167" y="2417654"/>
              <a:ext cx="1045078" cy="7113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4400">
                  <a:solidFill>
                    <a:schemeClr val="bg1"/>
                  </a:solidFill>
                </a:rPr>
                <a:t>S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D6A1EC2-EAEF-97C6-D399-3B01BCD9F7F9}"/>
                </a:ext>
              </a:extLst>
            </p:cNvPr>
            <p:cNvSpPr/>
            <p:nvPr/>
          </p:nvSpPr>
          <p:spPr>
            <a:xfrm>
              <a:off x="1698026" y="2417654"/>
              <a:ext cx="1045078" cy="7113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4400"/>
                <a:t>I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CCA3D67-3190-50FB-1653-9C4EF21CABA0}"/>
                </a:ext>
              </a:extLst>
            </p:cNvPr>
            <p:cNvSpPr/>
            <p:nvPr/>
          </p:nvSpPr>
          <p:spPr>
            <a:xfrm>
              <a:off x="3065885" y="2417654"/>
              <a:ext cx="1045078" cy="7113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4400"/>
                <a:t>P</a:t>
              </a:r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EA2070F6-88F6-44F0-0783-6FE4B638B82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672100" y="1687288"/>
              <a:ext cx="767201" cy="767201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0BB3D376-FD3F-C6D4-2A56-0C900EC0B4F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2183243" y="1762432"/>
              <a:ext cx="535212" cy="535212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8EE425E-9C89-F4D4-E0F9-3118E7040060}"/>
                </a:ext>
              </a:extLst>
            </p:cNvPr>
            <p:cNvSpPr txBox="1"/>
            <p:nvPr/>
          </p:nvSpPr>
          <p:spPr>
            <a:xfrm>
              <a:off x="330167" y="3344371"/>
              <a:ext cx="1045078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pt-BR" sz="1200" b="1">
                  <a:solidFill>
                    <a:schemeClr val="accent1"/>
                  </a:solidFill>
                </a:rPr>
                <a:t>Fornecedores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A0D84F0-3227-2042-B3C8-EC9BB1CF148E}"/>
                </a:ext>
              </a:extLst>
            </p:cNvPr>
            <p:cNvSpPr txBox="1"/>
            <p:nvPr/>
          </p:nvSpPr>
          <p:spPr>
            <a:xfrm>
              <a:off x="1725317" y="3344371"/>
              <a:ext cx="878327" cy="1692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pt-BR" sz="1100" b="1">
                  <a:solidFill>
                    <a:schemeClr val="accent1"/>
                  </a:solidFill>
                </a:rPr>
                <a:t>Entradas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D01422D-31FC-2B17-C4F1-2B0FA1108969}"/>
                </a:ext>
              </a:extLst>
            </p:cNvPr>
            <p:cNvSpPr txBox="1"/>
            <p:nvPr/>
          </p:nvSpPr>
          <p:spPr>
            <a:xfrm>
              <a:off x="3084079" y="3344371"/>
              <a:ext cx="834663" cy="1692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pt-BR" sz="1100" b="1">
                  <a:solidFill>
                    <a:schemeClr val="accent1"/>
                  </a:solidFill>
                </a:rPr>
                <a:t>Processo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4E580FA-DF59-AC77-FE23-19AB1EDCED6A}"/>
                </a:ext>
              </a:extLst>
            </p:cNvPr>
            <p:cNvSpPr txBox="1"/>
            <p:nvPr/>
          </p:nvSpPr>
          <p:spPr>
            <a:xfrm>
              <a:off x="4486505" y="3344371"/>
              <a:ext cx="834663" cy="1692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pt-BR" sz="1100" b="1">
                  <a:solidFill>
                    <a:schemeClr val="accent1"/>
                  </a:solidFill>
                </a:rPr>
                <a:t>Saídas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FD5CBCE-E155-29C3-4916-103D2C5537F6}"/>
                </a:ext>
              </a:extLst>
            </p:cNvPr>
            <p:cNvSpPr txBox="1"/>
            <p:nvPr/>
          </p:nvSpPr>
          <p:spPr>
            <a:xfrm>
              <a:off x="5845269" y="3344371"/>
              <a:ext cx="834663" cy="1692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pt-BR" sz="1100" b="1">
                  <a:solidFill>
                    <a:schemeClr val="accent1"/>
                  </a:solidFill>
                </a:rPr>
                <a:t>Clientes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AF4A1FC-962E-3A28-3B75-04C0390C742B}"/>
                </a:ext>
              </a:extLst>
            </p:cNvPr>
            <p:cNvSpPr txBox="1"/>
            <p:nvPr/>
          </p:nvSpPr>
          <p:spPr>
            <a:xfrm>
              <a:off x="330166" y="3640794"/>
              <a:ext cx="1045078" cy="46166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pt-BR" sz="1000"/>
                <a:t>O fornecedor de insumos para o seu processo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679052F-D165-3702-6EF6-DE9CC0408F67}"/>
                </a:ext>
              </a:extLst>
            </p:cNvPr>
            <p:cNvSpPr txBox="1"/>
            <p:nvPr/>
          </p:nvSpPr>
          <p:spPr>
            <a:xfrm>
              <a:off x="1700576" y="3640794"/>
              <a:ext cx="1045078" cy="92333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pt-BR" sz="1000"/>
                <a:t>Materiais, recursos ou dados necessários para executar o processo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7118306-7C79-F9A1-DAF9-745749476A13}"/>
                </a:ext>
              </a:extLst>
            </p:cNvPr>
            <p:cNvSpPr txBox="1"/>
            <p:nvPr/>
          </p:nvSpPr>
          <p:spPr>
            <a:xfrm>
              <a:off x="2857505" y="3640794"/>
              <a:ext cx="1489717" cy="123110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pt-BR" sz="1000" dirty="0"/>
                <a:t>Um conjunto estruturado de atividades que transformam um conjunto de entradas em saídas específicas, proporcionando valor aos clientes e partes interessadas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1B9F1823-E166-FB2F-FCEE-3B61721D1B01}"/>
                </a:ext>
              </a:extLst>
            </p:cNvPr>
            <p:cNvSpPr txBox="1"/>
            <p:nvPr/>
          </p:nvSpPr>
          <p:spPr>
            <a:xfrm>
              <a:off x="4455048" y="3640794"/>
              <a:ext cx="1045078" cy="61555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pt-BR" sz="1000"/>
                <a:t>Os produtos ou serviços que resultam do processo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5C33699-9272-715C-4383-AE300FC0BB45}"/>
                </a:ext>
              </a:extLst>
            </p:cNvPr>
            <p:cNvSpPr txBox="1"/>
            <p:nvPr/>
          </p:nvSpPr>
          <p:spPr>
            <a:xfrm>
              <a:off x="5801604" y="3640794"/>
              <a:ext cx="1045078" cy="46166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pt-BR" sz="1000"/>
                <a:t>O destinatário do resultado do processo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C4C3D4BA-A855-4067-7B06-1A8D64542A37}"/>
                </a:ext>
              </a:extLst>
            </p:cNvPr>
            <p:cNvSpPr/>
            <p:nvPr/>
          </p:nvSpPr>
          <p:spPr>
            <a:xfrm>
              <a:off x="319579" y="5499100"/>
              <a:ext cx="1092054" cy="461665"/>
            </a:xfrm>
            <a:prstGeom prst="ellipse">
              <a:avLst/>
            </a:prstGeom>
            <a:solidFill>
              <a:srgbClr val="175A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b="1"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a:rPr>
                <a:t>Início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C02AAC3C-1C0A-35FF-7358-29F5FD107368}"/>
                </a:ext>
              </a:extLst>
            </p:cNvPr>
            <p:cNvSpPr txBox="1"/>
            <p:nvPr/>
          </p:nvSpPr>
          <p:spPr>
            <a:xfrm>
              <a:off x="2346638" y="5093165"/>
              <a:ext cx="2661660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pt-BR"/>
                <a:t>4 a 5 etapas principais</a:t>
              </a: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AA16A9E6-BE6E-C881-E07F-1612497A644B}"/>
                </a:ext>
              </a:extLst>
            </p:cNvPr>
            <p:cNvSpPr/>
            <p:nvPr/>
          </p:nvSpPr>
          <p:spPr>
            <a:xfrm>
              <a:off x="5615302" y="5499100"/>
              <a:ext cx="1092054" cy="461665"/>
            </a:xfrm>
            <a:prstGeom prst="ellipse">
              <a:avLst/>
            </a:prstGeom>
            <a:solidFill>
              <a:srgbClr val="175A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b="1"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a:rPr>
                <a:t>Fim</a:t>
              </a: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BCB1016-DE9D-742B-F3DA-F4CA8F42582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16452" y="4913328"/>
              <a:ext cx="1353593" cy="457587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87F32491-3FE5-E5C7-35AD-DBAF1FF4BA63}"/>
                </a:ext>
              </a:extLst>
            </p:cNvPr>
            <p:cNvCxnSpPr>
              <a:cxnSpLocks/>
            </p:cNvCxnSpPr>
            <p:nvPr/>
          </p:nvCxnSpPr>
          <p:spPr>
            <a:xfrm>
              <a:off x="4325230" y="4910289"/>
              <a:ext cx="1353593" cy="457587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Arrow: Chevron 29">
              <a:extLst>
                <a:ext uri="{FF2B5EF4-FFF2-40B4-BE49-F238E27FC236}">
                  <a16:creationId xmlns:a16="http://schemas.microsoft.com/office/drawing/2014/main" id="{E50D68A8-4A8A-8143-F466-48C9325BFF22}"/>
                </a:ext>
              </a:extLst>
            </p:cNvPr>
            <p:cNvSpPr/>
            <p:nvPr/>
          </p:nvSpPr>
          <p:spPr>
            <a:xfrm>
              <a:off x="1422304" y="5499100"/>
              <a:ext cx="838976" cy="461665"/>
            </a:xfrm>
            <a:prstGeom prst="chevron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chemeClr val="tx1"/>
                </a:solidFill>
              </a:endParaRPr>
            </a:p>
          </p:txBody>
        </p:sp>
        <p:sp>
          <p:nvSpPr>
            <p:cNvPr id="31" name="Arrow: Chevron 30">
              <a:extLst>
                <a:ext uri="{FF2B5EF4-FFF2-40B4-BE49-F238E27FC236}">
                  <a16:creationId xmlns:a16="http://schemas.microsoft.com/office/drawing/2014/main" id="{3023BD2B-D515-4B0D-B5F5-85CFB2262939}"/>
                </a:ext>
              </a:extLst>
            </p:cNvPr>
            <p:cNvSpPr/>
            <p:nvPr/>
          </p:nvSpPr>
          <p:spPr>
            <a:xfrm>
              <a:off x="2253792" y="5499100"/>
              <a:ext cx="838976" cy="461665"/>
            </a:xfrm>
            <a:prstGeom prst="chevron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chemeClr val="tx1"/>
                </a:solidFill>
              </a:endParaRPr>
            </a:p>
          </p:txBody>
        </p:sp>
        <p:sp>
          <p:nvSpPr>
            <p:cNvPr id="32" name="Arrow: Chevron 31">
              <a:extLst>
                <a:ext uri="{FF2B5EF4-FFF2-40B4-BE49-F238E27FC236}">
                  <a16:creationId xmlns:a16="http://schemas.microsoft.com/office/drawing/2014/main" id="{233FBC10-6DD5-E819-4714-B0B312EAE840}"/>
                </a:ext>
              </a:extLst>
            </p:cNvPr>
            <p:cNvSpPr/>
            <p:nvPr/>
          </p:nvSpPr>
          <p:spPr>
            <a:xfrm>
              <a:off x="3085280" y="5499100"/>
              <a:ext cx="838976" cy="461665"/>
            </a:xfrm>
            <a:prstGeom prst="chevron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chemeClr val="tx1"/>
                </a:solidFill>
              </a:endParaRPr>
            </a:p>
          </p:txBody>
        </p:sp>
        <p:sp>
          <p:nvSpPr>
            <p:cNvPr id="33" name="Arrow: Chevron 32">
              <a:extLst>
                <a:ext uri="{FF2B5EF4-FFF2-40B4-BE49-F238E27FC236}">
                  <a16:creationId xmlns:a16="http://schemas.microsoft.com/office/drawing/2014/main" id="{BBE85EA2-85E4-FF08-9B46-D216FF1863CE}"/>
                </a:ext>
              </a:extLst>
            </p:cNvPr>
            <p:cNvSpPr/>
            <p:nvPr/>
          </p:nvSpPr>
          <p:spPr>
            <a:xfrm>
              <a:off x="3916768" y="5499100"/>
              <a:ext cx="838976" cy="461665"/>
            </a:xfrm>
            <a:prstGeom prst="chevron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chemeClr val="tx1"/>
                </a:solidFill>
              </a:endParaRPr>
            </a:p>
          </p:txBody>
        </p:sp>
        <p:sp>
          <p:nvSpPr>
            <p:cNvPr id="34" name="Arrow: Chevron 33">
              <a:extLst>
                <a:ext uri="{FF2B5EF4-FFF2-40B4-BE49-F238E27FC236}">
                  <a16:creationId xmlns:a16="http://schemas.microsoft.com/office/drawing/2014/main" id="{879217DD-4291-A12C-2BD2-5B7024383518}"/>
                </a:ext>
              </a:extLst>
            </p:cNvPr>
            <p:cNvSpPr/>
            <p:nvPr/>
          </p:nvSpPr>
          <p:spPr>
            <a:xfrm>
              <a:off x="4748255" y="5499100"/>
              <a:ext cx="838976" cy="461665"/>
            </a:xfrm>
            <a:prstGeom prst="chevron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chemeClr val="tx1"/>
                </a:solidFill>
              </a:endParaRPr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81AF336C-8FD0-8164-035F-8B5B84E9D017}"/>
                </a:ext>
              </a:extLst>
            </p:cNvPr>
            <p:cNvCxnSpPr>
              <a:cxnSpLocks/>
            </p:cNvCxnSpPr>
            <p:nvPr/>
          </p:nvCxnSpPr>
          <p:spPr>
            <a:xfrm>
              <a:off x="330167" y="3573419"/>
              <a:ext cx="1045078" cy="0"/>
            </a:xfrm>
            <a:prstGeom prst="line">
              <a:avLst/>
            </a:prstGeom>
            <a:ln w="12700">
              <a:solidFill>
                <a:schemeClr val="accent1">
                  <a:lumMod val="20000"/>
                  <a:lumOff val="8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699114D4-3365-AEB7-B69C-3B47CAA19B5F}"/>
                </a:ext>
              </a:extLst>
            </p:cNvPr>
            <p:cNvCxnSpPr>
              <a:cxnSpLocks/>
            </p:cNvCxnSpPr>
            <p:nvPr/>
          </p:nvCxnSpPr>
          <p:spPr>
            <a:xfrm>
              <a:off x="1725316" y="3573419"/>
              <a:ext cx="1045078" cy="0"/>
            </a:xfrm>
            <a:prstGeom prst="line">
              <a:avLst/>
            </a:prstGeom>
            <a:ln w="12700">
              <a:solidFill>
                <a:schemeClr val="accent1">
                  <a:lumMod val="20000"/>
                  <a:lumOff val="8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8A964241-1E92-3A7E-0BE1-1B214E277F92}"/>
                </a:ext>
              </a:extLst>
            </p:cNvPr>
            <p:cNvCxnSpPr>
              <a:cxnSpLocks/>
            </p:cNvCxnSpPr>
            <p:nvPr/>
          </p:nvCxnSpPr>
          <p:spPr>
            <a:xfrm>
              <a:off x="2857505" y="3573419"/>
              <a:ext cx="1489717" cy="0"/>
            </a:xfrm>
            <a:prstGeom prst="line">
              <a:avLst/>
            </a:prstGeom>
            <a:ln w="12700">
              <a:solidFill>
                <a:schemeClr val="accent1">
                  <a:lumMod val="20000"/>
                  <a:lumOff val="8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9661828B-A914-D5DA-5DAF-FD0CC68AC7BF}"/>
                </a:ext>
              </a:extLst>
            </p:cNvPr>
            <p:cNvCxnSpPr>
              <a:cxnSpLocks/>
            </p:cNvCxnSpPr>
            <p:nvPr/>
          </p:nvCxnSpPr>
          <p:spPr>
            <a:xfrm>
              <a:off x="4442840" y="3573419"/>
              <a:ext cx="1045078" cy="0"/>
            </a:xfrm>
            <a:prstGeom prst="line">
              <a:avLst/>
            </a:prstGeom>
            <a:ln w="12700">
              <a:solidFill>
                <a:schemeClr val="accent1">
                  <a:lumMod val="20000"/>
                  <a:lumOff val="8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0AF29094-280E-E92E-E099-2AA60C634DE0}"/>
                </a:ext>
              </a:extLst>
            </p:cNvPr>
            <p:cNvCxnSpPr>
              <a:cxnSpLocks/>
            </p:cNvCxnSpPr>
            <p:nvPr/>
          </p:nvCxnSpPr>
          <p:spPr>
            <a:xfrm>
              <a:off x="5801604" y="3573419"/>
              <a:ext cx="1045078" cy="0"/>
            </a:xfrm>
            <a:prstGeom prst="line">
              <a:avLst/>
            </a:prstGeom>
            <a:ln w="12700">
              <a:solidFill>
                <a:schemeClr val="accent1">
                  <a:lumMod val="20000"/>
                  <a:lumOff val="8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26687D39-B2EE-9F4E-6FF8-4B259691045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chemeClr val="accent6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4900767" y="1746527"/>
              <a:ext cx="535212" cy="535212"/>
            </a:xfrm>
            <a:prstGeom prst="rect">
              <a:avLst/>
            </a:prstGeom>
          </p:spPr>
        </p:pic>
        <p:pic>
          <p:nvPicPr>
            <p:cNvPr id="41" name="Graphic 40" descr="Cause And Effect outline">
              <a:extLst>
                <a:ext uri="{FF2B5EF4-FFF2-40B4-BE49-F238E27FC236}">
                  <a16:creationId xmlns:a16="http://schemas.microsoft.com/office/drawing/2014/main" id="{8ECDD54E-ADDD-F5D6-DC87-3C3D8C1DA41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523812" y="1762432"/>
              <a:ext cx="535212" cy="535212"/>
            </a:xfrm>
            <a:prstGeom prst="rect">
              <a:avLst/>
            </a:prstGeom>
          </p:spPr>
        </p:pic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77529FD3-CDC9-242E-05E8-1755E41133D9}"/>
                </a:ext>
              </a:extLst>
            </p:cNvPr>
            <p:cNvGrpSpPr/>
            <p:nvPr/>
          </p:nvGrpSpPr>
          <p:grpSpPr>
            <a:xfrm>
              <a:off x="7041847" y="2059932"/>
              <a:ext cx="4587793" cy="3292873"/>
              <a:chOff x="7041847" y="2059932"/>
              <a:chExt cx="4587793" cy="3292873"/>
            </a:xfrm>
          </p:grpSpPr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BBB112BD-F424-2C40-7E68-FA750186203D}"/>
                  </a:ext>
                </a:extLst>
              </p:cNvPr>
              <p:cNvSpPr txBox="1"/>
              <p:nvPr/>
            </p:nvSpPr>
            <p:spPr>
              <a:xfrm>
                <a:off x="7640613" y="2740945"/>
                <a:ext cx="3989027" cy="2611860"/>
              </a:xfrm>
              <a:prstGeom prst="rect">
                <a:avLst/>
              </a:prstGeom>
              <a:noFill/>
            </p:spPr>
            <p:txBody>
              <a:bodyPr wrap="square" lIns="36000" tIns="72000" rIns="36000" bIns="0" rtlCol="0">
                <a:spAutoFit/>
              </a:bodyPr>
              <a:lstStyle/>
              <a:p>
                <a:pPr marL="285750" indent="-285750" algn="l">
                  <a:spcAft>
                    <a:spcPts val="600"/>
                  </a:spcAft>
                  <a:buFont typeface="Wingdings" panose="05000000000000000000" pitchFamily="2" charset="2"/>
                  <a:buChar char="§"/>
                </a:pPr>
                <a:r>
                  <a:rPr lang="pt-BR" sz="1400"/>
                  <a:t>Ajuda a identificar exatamente o que está errado e em qual etapa está o erro</a:t>
                </a:r>
              </a:p>
              <a:p>
                <a:pPr marL="285750" indent="-285750" algn="l"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pt-BR" sz="1400"/>
                  <a:t>Ajuda a ampliar o foco em ações que corrijam os erros</a:t>
                </a:r>
              </a:p>
              <a:p>
                <a:pPr marL="285750" indent="-285750" algn="l"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pt-BR" sz="1400" b="0" i="0">
                    <a:effectLst/>
                  </a:rPr>
                  <a:t>Facilita o estabelecimento de métricas de performance de seu processo e volume de entradas e saídas</a:t>
                </a:r>
              </a:p>
              <a:p>
                <a:pPr marL="285750" indent="-285750" algn="l"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pt-BR" sz="1400"/>
                  <a:t>Possibilita</a:t>
                </a:r>
                <a:r>
                  <a:rPr lang="pt-BR" sz="1400" b="0" i="0">
                    <a:effectLst/>
                  </a:rPr>
                  <a:t> obter uma visão geral e clara das etapas principais do processo e de atividades que o compõem de forma prática e intuitiva</a:t>
                </a: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3B5ECC07-9B8E-566E-8618-015161024CA4}"/>
                  </a:ext>
                </a:extLst>
              </p:cNvPr>
              <p:cNvSpPr txBox="1"/>
              <p:nvPr/>
            </p:nvSpPr>
            <p:spPr>
              <a:xfrm>
                <a:off x="7670234" y="2187952"/>
                <a:ext cx="284142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spcAft>
                    <a:spcPts val="600"/>
                  </a:spcAft>
                </a:pPr>
                <a:r>
                  <a:rPr lang="pt-BR" sz="1800" b="1"/>
                  <a:t>Principais benefícios</a:t>
                </a:r>
              </a:p>
            </p:txBody>
          </p:sp>
          <p:pic>
            <p:nvPicPr>
              <p:cNvPr id="46" name="Graphic 45" descr="Badge Follow with solid fill">
                <a:extLst>
                  <a:ext uri="{FF2B5EF4-FFF2-40B4-BE49-F238E27FC236}">
                    <a16:creationId xmlns:a16="http://schemas.microsoft.com/office/drawing/2014/main" id="{207B3520-3940-A3F3-719D-E431C670BF6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7041847" y="2059932"/>
                <a:ext cx="710673" cy="710673"/>
              </a:xfrm>
              <a:prstGeom prst="rect">
                <a:avLst/>
              </a:prstGeom>
            </p:spPr>
          </p:pic>
        </p:grpSp>
        <p:pic>
          <p:nvPicPr>
            <p:cNvPr id="43" name="Picture 2" descr="Rating free icon">
              <a:extLst>
                <a:ext uri="{FF2B5EF4-FFF2-40B4-BE49-F238E27FC236}">
                  <a16:creationId xmlns:a16="http://schemas.microsoft.com/office/drawing/2014/main" id="{1D2A0FEB-171D-BE3B-89EA-47D7CC70274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59531" y="1746527"/>
              <a:ext cx="535212" cy="5352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351700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DAB4E39-E30E-FE93-5468-AC30FEF3C9C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6D22CC-C406-A8CC-9585-FDF8E7824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5200" y="6488234"/>
            <a:ext cx="4114800" cy="198318"/>
          </a:xfrm>
        </p:spPr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5573F8-AB97-C846-60CB-202117F90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4746" y="6490025"/>
            <a:ext cx="326254" cy="201168"/>
          </a:xfrm>
        </p:spPr>
        <p:txBody>
          <a:bodyPr/>
          <a:lstStyle/>
          <a:p>
            <a:fld id="{1F90F471-3972-4120-B8B3-0237DE626C35}" type="slidenum">
              <a:rPr lang="pt-BR" smtClean="0"/>
              <a:pPr/>
              <a:t>2</a:t>
            </a:fld>
            <a:endParaRPr lang="pt-BR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CE802C8-6229-F9CD-D8EB-539C5F891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027607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Accenture Template">
  <a:themeElements>
    <a:clrScheme name="Accenture 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Graphik">
      <a:majorFont>
        <a:latin typeface="Graphik Semibold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custClrLst>
    <a:custClr name="Accent Purple 1">
      <a:srgbClr val="B455AA"/>
    </a:custClr>
    <a:custClr name="Accent Purple 2">
      <a:srgbClr val="A055F5"/>
    </a:custClr>
    <a:custClr name="Accent Purple 3">
      <a:srgbClr val="BE82FF"/>
    </a:custClr>
    <a:custClr name="Accent Purple 4">
      <a:srgbClr val="DCAFFF"/>
    </a:custClr>
    <a:custClr name="Accent Purple 5">
      <a:srgbClr val="E6DC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ue">
      <a:srgbClr val="0041F0"/>
    </a:custClr>
    <a:custClr name="Light Blue">
      <a:srgbClr val="00FFFF"/>
    </a:custClr>
    <a:custClr name="Green">
      <a:srgbClr val="64FF50"/>
    </a:custClr>
    <a:custClr name="Blue Green">
      <a:srgbClr val="05F0A5"/>
    </a:custClr>
    <a:custClr name="Red">
      <a:srgbClr val="FF3246"/>
    </a:custClr>
    <a:custClr name="Pink">
      <a:srgbClr val="FF50A0"/>
    </a:custClr>
    <a:custClr name="Orange">
      <a:srgbClr val="FF7800"/>
    </a:custClr>
    <a:custClr name="Yellow">
      <a:srgbClr val="FFEB32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IMP_Acc_PPT_Tmplt_Graphik_210225_Fixed_Accessible.potx" id="{80BF15C9-A5DA-472C-9F1E-82F4EBB43D59}" vid="{02DD174B-CE7A-418B-90DA-AC9D16AAE59C}"/>
    </a:ext>
  </a:extLst>
</a:theme>
</file>

<file path=ppt/theme/theme2.xml><?xml version="1.0" encoding="utf-8"?>
<a:theme xmlns:a="http://schemas.openxmlformats.org/drawingml/2006/main" name="Office Theme">
  <a:themeElements>
    <a:clrScheme name="Acc_Colors_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Acc_Fonts_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39EF807C2354943A31A31FB9E6B8A38" ma:contentTypeVersion="2" ma:contentTypeDescription="Create a new document." ma:contentTypeScope="" ma:versionID="f03a519f31e72ece704f842ab0e4ba72">
  <xsd:schema xmlns:xsd="http://www.w3.org/2001/XMLSchema" xmlns:xs="http://www.w3.org/2001/XMLSchema" xmlns:p="http://schemas.microsoft.com/office/2006/metadata/properties" xmlns:ns2="5d757215-fbc3-4533-822f-84ec73f97a40" targetNamespace="http://schemas.microsoft.com/office/2006/metadata/properties" ma:root="true" ma:fieldsID="1cb72d0557a9ded9ba0b46b2c3d18190" ns2:_="">
    <xsd:import namespace="5d757215-fbc3-4533-822f-84ec73f97a4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757215-fbc3-4533-822f-84ec73f97a4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FB95095-D3DE-4DE5-BB17-E1EF8BB262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d757215-fbc3-4533-822f-84ec73f97a4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9831B46-6CD1-40D2-9FB5-3E58559F90A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6BFFC05-B2F6-4CED-BE65-F75B1EB7AD7B}">
  <ds:schemaRefs>
    <ds:schemaRef ds:uri="http://purl.org/dc/dcmitype/"/>
    <ds:schemaRef ds:uri="http://purl.org/dc/terms/"/>
    <ds:schemaRef ds:uri="http://purl.org/dc/elements/1.1/"/>
    <ds:schemaRef ds:uri="http://schemas.microsoft.com/office/2006/metadata/properties"/>
    <ds:schemaRef ds:uri="http://schemas.microsoft.com/office/2006/documentManagement/types"/>
    <ds:schemaRef ds:uri="f09dec34-126f-4759-b06d-a920de720ce4"/>
    <ds:schemaRef ds:uri="http://schemas.openxmlformats.org/package/2006/metadata/core-properties"/>
    <ds:schemaRef ds:uri="http://schemas.microsoft.com/office/infopath/2007/PartnerControls"/>
    <ds:schemaRef ds:uri="17c09f85-56e7-4417-b5d2-7fa4154de313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Acc_PPT_Template_Graphik</Template>
  <TotalTime>68</TotalTime>
  <Words>163</Words>
  <Application>Microsoft Office PowerPoint</Application>
  <PresentationFormat>Widescreen</PresentationFormat>
  <Paragraphs>32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Graphik</vt:lpstr>
      <vt:lpstr>Graphik Semibold</vt:lpstr>
      <vt:lpstr>Wingdings</vt:lpstr>
      <vt:lpstr>Accenture Template</vt:lpstr>
      <vt:lpstr>think-cell Slide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Accenture PowerPoint Template 16x9 Graphik</dc:subject>
  <dc:creator>Graciotti, Brenno</dc:creator>
  <cp:lastModifiedBy>Graciotti, Brenno</cp:lastModifiedBy>
  <cp:revision>5</cp:revision>
  <cp:lastPrinted>2020-11-17T04:05:48Z</cp:lastPrinted>
  <dcterms:created xsi:type="dcterms:W3CDTF">2023-07-17T21:32:38Z</dcterms:created>
  <dcterms:modified xsi:type="dcterms:W3CDTF">2026-04-07T20:39:05Z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0x010100339EF807C2354943A31A31FB9E6B8A38</vt:lpwstr>
  </property>
</Properties>
</file>